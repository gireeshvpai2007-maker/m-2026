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8"/>
    </p:embeddedFont>
    <p:embeddedFont>
      <p:font typeface="Roboto Mono" panose="00000009000000000000" pitchFamily="49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f6f2e33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f6f2e33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f6f2e33e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f6f2e33e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f6f2e33e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f6f2e33e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f6f2e33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f6f2e33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174352" y="368775"/>
            <a:ext cx="6795300" cy="728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124D"/>
                </a:solidFill>
                <a:latin typeface="Impact"/>
                <a:ea typeface="Impact"/>
                <a:cs typeface="Impact"/>
                <a:sym typeface="Impact"/>
              </a:rPr>
              <a:t>Manipal Hackathon 2026</a:t>
            </a:r>
            <a:endParaRPr>
              <a:solidFill>
                <a:srgbClr val="20124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2050" y="1683300"/>
            <a:ext cx="9144000" cy="30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Team Name: Avatar</a:t>
            </a:r>
            <a:endParaRPr sz="2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Track: Culture And Community</a:t>
            </a:r>
            <a:endParaRPr sz="2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Problem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Statement:”Build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 Community From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Zero:The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Fellaride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Butterfly Effect”</a:t>
            </a:r>
            <a:endParaRPr sz="2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Solution Title:”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FellaFlywheel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-community activation and intelligence”</a:t>
            </a:r>
            <a:endParaRPr sz="2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Team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Members:Gireesh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V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Pai,H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V Varun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Prabhu,Sanvi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Anil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Kalnad,Deepthi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5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Dongre,Nihal</a:t>
            </a:r>
            <a:r>
              <a:rPr lang="en-GB" sz="25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H G</a:t>
            </a:r>
            <a:endParaRPr sz="2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Solution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BE52CE-B996-7B55-B819-6988BD1AE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152475"/>
            <a:ext cx="8520600" cy="3630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Technical Implementation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464C95-52AB-60F4-A630-922E98533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152475"/>
            <a:ext cx="8520600" cy="35791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Feasibility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673D06-D34D-C078-DB6E-1D4E53C4D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152474"/>
            <a:ext cx="8520600" cy="35694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Business Strategy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CDF363-EB52-3DB7-98BD-B988BB72E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152476"/>
            <a:ext cx="8520600" cy="341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9bebd42-f1ff-4c3d-9688-067e3460dc1f}" enabled="0" method="" siteId="{29bebd42-f1ff-4c3d-9688-067e3460dc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On-screen Show (16:9)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Impact</vt:lpstr>
      <vt:lpstr>Roboto Mono</vt:lpstr>
      <vt:lpstr>Arial</vt:lpstr>
      <vt:lpstr>Simple Light</vt:lpstr>
      <vt:lpstr>Manipal Hackathon 2026</vt:lpstr>
      <vt:lpstr>Solution</vt:lpstr>
      <vt:lpstr>Technical Implementation</vt:lpstr>
      <vt:lpstr>Feasibility</vt:lpstr>
      <vt:lpstr>Business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GIREESH V PAI - 251090052462 - MITMPL</cp:lastModifiedBy>
  <cp:revision>1</cp:revision>
  <dcterms:modified xsi:type="dcterms:W3CDTF">2026-09-11T12:59:21Z</dcterms:modified>
</cp:coreProperties>
</file>